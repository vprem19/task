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58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0F7D5-3974-4F0D-9BCD-CD9D6E1702CA}" v="14" dt="2026-06-23T03:23:4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797" autoAdjust="0"/>
  </p:normalViewPr>
  <p:slideViewPr>
    <p:cSldViewPr snapToGrid="0">
      <p:cViewPr varScale="1">
        <p:scale>
          <a:sx n="55" d="100"/>
          <a:sy n="55" d="100"/>
        </p:scale>
        <p:origin x="174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agandula, Prem Kumar (NonEmp)" userId="88bebf98-6f6b-4777-9675-13a53aa0da60" providerId="ADAL" clId="{0557964B-49C6-4711-AFF8-9EAD62E8FDBE}"/>
    <pc:docChg chg="undo custSel addSld delSld modSld sldOrd">
      <pc:chgData name="Velagandula, Prem Kumar (NonEmp)" userId="88bebf98-6f6b-4777-9675-13a53aa0da60" providerId="ADAL" clId="{0557964B-49C6-4711-AFF8-9EAD62E8FDBE}" dt="2026-06-23T03:22:06.099" v="317" actId="20577"/>
      <pc:docMkLst>
        <pc:docMk/>
      </pc:docMkLst>
      <pc:sldChg chg="modSp mod modNotesTx">
        <pc:chgData name="Velagandula, Prem Kumar (NonEmp)" userId="88bebf98-6f6b-4777-9675-13a53aa0da60" providerId="ADAL" clId="{0557964B-49C6-4711-AFF8-9EAD62E8FDBE}" dt="2026-06-23T03:22:06.099" v="317" actId="20577"/>
        <pc:sldMkLst>
          <pc:docMk/>
          <pc:sldMk cId="397275561" sldId="257"/>
        </pc:sldMkLst>
        <pc:spChg chg="mod">
          <ac:chgData name="Velagandula, Prem Kumar (NonEmp)" userId="88bebf98-6f6b-4777-9675-13a53aa0da60" providerId="ADAL" clId="{0557964B-49C6-4711-AFF8-9EAD62E8FDBE}" dt="2026-06-23T03:22:06.099" v="317" actId="20577"/>
          <ac:spMkLst>
            <pc:docMk/>
            <pc:sldMk cId="397275561" sldId="257"/>
            <ac:spMk id="3" creationId="{6D7598BE-638F-5C08-D9E2-D4FF67DF3660}"/>
          </ac:spMkLst>
        </pc:spChg>
      </pc:sldChg>
      <pc:sldChg chg="addSp delSp modSp new mod setBg modNotesTx">
        <pc:chgData name="Velagandula, Prem Kumar (NonEmp)" userId="88bebf98-6f6b-4777-9675-13a53aa0da60" providerId="ADAL" clId="{0557964B-49C6-4711-AFF8-9EAD62E8FDBE}" dt="2026-06-22T22:11:44.014" v="277" actId="20577"/>
        <pc:sldMkLst>
          <pc:docMk/>
          <pc:sldMk cId="274115697" sldId="258"/>
        </pc:sldMkLst>
        <pc:spChg chg="mod">
          <ac:chgData name="Velagandula, Prem Kumar (NonEmp)" userId="88bebf98-6f6b-4777-9675-13a53aa0da60" providerId="ADAL" clId="{0557964B-49C6-4711-AFF8-9EAD62E8FDBE}" dt="2026-06-22T20:34:49.752" v="59" actId="20577"/>
          <ac:spMkLst>
            <pc:docMk/>
            <pc:sldMk cId="274115697" sldId="258"/>
            <ac:spMk id="2" creationId="{FF6AC735-8120-922A-B36A-4525FA059006}"/>
          </ac:spMkLst>
        </pc:spChg>
        <pc:spChg chg="mod">
          <ac:chgData name="Velagandula, Prem Kumar (NonEmp)" userId="88bebf98-6f6b-4777-9675-13a53aa0da60" providerId="ADAL" clId="{0557964B-49C6-4711-AFF8-9EAD62E8FDBE}" dt="2026-06-22T20:35:07.042" v="65" actId="14100"/>
          <ac:spMkLst>
            <pc:docMk/>
            <pc:sldMk cId="274115697" sldId="258"/>
            <ac:spMk id="3" creationId="{9194302B-8F30-DD9E-F0F1-532896B6D89A}"/>
          </ac:spMkLst>
        </pc:spChg>
        <pc:spChg chg="add del">
          <ac:chgData name="Velagandula, Prem Kumar (NonEmp)" userId="88bebf98-6f6b-4777-9675-13a53aa0da60" providerId="ADAL" clId="{0557964B-49C6-4711-AFF8-9EAD62E8FDBE}" dt="2026-06-22T20:34:39.263" v="54" actId="26606"/>
          <ac:spMkLst>
            <pc:docMk/>
            <pc:sldMk cId="274115697" sldId="258"/>
            <ac:spMk id="8" creationId="{E38F5530-DA31-4B62-8DF9-56A1A3B6B614}"/>
          </ac:spMkLst>
        </pc:spChg>
        <pc:spChg chg="add del">
          <ac:chgData name="Velagandula, Prem Kumar (NonEmp)" userId="88bebf98-6f6b-4777-9675-13a53aa0da60" providerId="ADAL" clId="{0557964B-49C6-4711-AFF8-9EAD62E8FDBE}" dt="2026-06-22T20:34:39.263" v="54" actId="26606"/>
          <ac:spMkLst>
            <pc:docMk/>
            <pc:sldMk cId="274115697" sldId="258"/>
            <ac:spMk id="10" creationId="{4AEFAF95-013F-4375-AAF4-033AC93F5550}"/>
          </ac:spMkLst>
        </pc:spChg>
        <pc:spChg chg="add del">
          <ac:chgData name="Velagandula, Prem Kumar (NonEmp)" userId="88bebf98-6f6b-4777-9675-13a53aa0da60" providerId="ADAL" clId="{0557964B-49C6-4711-AFF8-9EAD62E8FDBE}" dt="2026-06-22T20:34:39.263" v="54" actId="26606"/>
          <ac:spMkLst>
            <pc:docMk/>
            <pc:sldMk cId="274115697" sldId="258"/>
            <ac:spMk id="20" creationId="{FBB336D1-2562-4680-B29B-E22C603C0ED9}"/>
          </ac:spMkLst>
        </pc:spChg>
        <pc:spChg chg="add del">
          <ac:chgData name="Velagandula, Prem Kumar (NonEmp)" userId="88bebf98-6f6b-4777-9675-13a53aa0da60" providerId="ADAL" clId="{0557964B-49C6-4711-AFF8-9EAD62E8FDBE}" dt="2026-06-22T20:34:39.263" v="54" actId="26606"/>
          <ac:spMkLst>
            <pc:docMk/>
            <pc:sldMk cId="274115697" sldId="258"/>
            <ac:spMk id="28" creationId="{B4806F9C-3233-4FC3-B300-D5AA58A5CD8F}"/>
          </ac:spMkLst>
        </pc:spChg>
        <pc:spChg chg="add">
          <ac:chgData name="Velagandula, Prem Kumar (NonEmp)" userId="88bebf98-6f6b-4777-9675-13a53aa0da60" providerId="ADAL" clId="{0557964B-49C6-4711-AFF8-9EAD62E8FDBE}" dt="2026-06-22T20:34:39.263" v="54" actId="26606"/>
          <ac:spMkLst>
            <pc:docMk/>
            <pc:sldMk cId="274115697" sldId="258"/>
            <ac:spMk id="39" creationId="{E8A8EAB8-D2FF-444D-B34B-7D32F106AD0E}"/>
          </ac:spMkLst>
        </pc:spChg>
        <pc:grpChg chg="add del">
          <ac:chgData name="Velagandula, Prem Kumar (NonEmp)" userId="88bebf98-6f6b-4777-9675-13a53aa0da60" providerId="ADAL" clId="{0557964B-49C6-4711-AFF8-9EAD62E8FDBE}" dt="2026-06-22T20:34:39.263" v="54" actId="26606"/>
          <ac:grpSpMkLst>
            <pc:docMk/>
            <pc:sldMk cId="274115697" sldId="258"/>
            <ac:grpSpMk id="12" creationId="{68735E28-7236-42D8-A5E1-A0F302FE879A}"/>
          </ac:grpSpMkLst>
        </pc:grpChg>
        <pc:grpChg chg="add del">
          <ac:chgData name="Velagandula, Prem Kumar (NonEmp)" userId="88bebf98-6f6b-4777-9675-13a53aa0da60" providerId="ADAL" clId="{0557964B-49C6-4711-AFF8-9EAD62E8FDBE}" dt="2026-06-22T20:34:39.263" v="54" actId="26606"/>
          <ac:grpSpMkLst>
            <pc:docMk/>
            <pc:sldMk cId="274115697" sldId="258"/>
            <ac:grpSpMk id="22" creationId="{9EED3885-4010-4FBE-A045-DC59CAE78290}"/>
          </ac:grpSpMkLst>
        </pc:grpChg>
        <pc:grpChg chg="add del">
          <ac:chgData name="Velagandula, Prem Kumar (NonEmp)" userId="88bebf98-6f6b-4777-9675-13a53aa0da60" providerId="ADAL" clId="{0557964B-49C6-4711-AFF8-9EAD62E8FDBE}" dt="2026-06-22T20:34:39.263" v="54" actId="26606"/>
          <ac:grpSpMkLst>
            <pc:docMk/>
            <pc:sldMk cId="274115697" sldId="258"/>
            <ac:grpSpMk id="30" creationId="{70E3F9FC-BB7B-433D-8A4F-1BCFA582E019}"/>
          </ac:grpSpMkLst>
        </pc:grpChg>
      </pc:sldChg>
      <pc:sldChg chg="modSp new del mod ord">
        <pc:chgData name="Velagandula, Prem Kumar (NonEmp)" userId="88bebf98-6f6b-4777-9675-13a53aa0da60" providerId="ADAL" clId="{0557964B-49C6-4711-AFF8-9EAD62E8FDBE}" dt="2026-06-22T22:04:15.127" v="170" actId="2696"/>
        <pc:sldMkLst>
          <pc:docMk/>
          <pc:sldMk cId="2497886257" sldId="259"/>
        </pc:sldMkLst>
        <pc:spChg chg="mod">
          <ac:chgData name="Velagandula, Prem Kumar (NonEmp)" userId="88bebf98-6f6b-4777-9675-13a53aa0da60" providerId="ADAL" clId="{0557964B-49C6-4711-AFF8-9EAD62E8FDBE}" dt="2026-06-22T20:36:20.386" v="68" actId="20577"/>
          <ac:spMkLst>
            <pc:docMk/>
            <pc:sldMk cId="2497886257" sldId="259"/>
            <ac:spMk id="2" creationId="{3FAE38E1-87BE-8E6C-B82C-58B0DCD0C5D2}"/>
          </ac:spMkLst>
        </pc:spChg>
      </pc:sldChg>
      <pc:sldChg chg="addSp delSp modSp new mod ord setBg modNotesTx">
        <pc:chgData name="Velagandula, Prem Kumar (NonEmp)" userId="88bebf98-6f6b-4777-9675-13a53aa0da60" providerId="ADAL" clId="{0557964B-49C6-4711-AFF8-9EAD62E8FDBE}" dt="2026-06-22T22:11:26.048" v="274" actId="20577"/>
        <pc:sldMkLst>
          <pc:docMk/>
          <pc:sldMk cId="2975048770" sldId="260"/>
        </pc:sldMkLst>
        <pc:spChg chg="mod">
          <ac:chgData name="Velagandula, Prem Kumar (NonEmp)" userId="88bebf98-6f6b-4777-9675-13a53aa0da60" providerId="ADAL" clId="{0557964B-49C6-4711-AFF8-9EAD62E8FDBE}" dt="2026-06-22T21:38:26.906" v="126" actId="26606"/>
          <ac:spMkLst>
            <pc:docMk/>
            <pc:sldMk cId="2975048770" sldId="260"/>
            <ac:spMk id="2" creationId="{48B98E45-BC2B-56C0-F736-E204E9DFBAE1}"/>
          </ac:spMkLst>
        </pc:spChg>
        <pc:spChg chg="mod">
          <ac:chgData name="Velagandula, Prem Kumar (NonEmp)" userId="88bebf98-6f6b-4777-9675-13a53aa0da60" providerId="ADAL" clId="{0557964B-49C6-4711-AFF8-9EAD62E8FDBE}" dt="2026-06-22T21:38:51.621" v="132" actId="20577"/>
          <ac:spMkLst>
            <pc:docMk/>
            <pc:sldMk cId="2975048770" sldId="260"/>
            <ac:spMk id="3" creationId="{4746C3F0-3382-2056-8047-AF95CE6A7966}"/>
          </ac:spMkLst>
        </pc:spChg>
        <pc:spChg chg="add del">
          <ac:chgData name="Velagandula, Prem Kumar (NonEmp)" userId="88bebf98-6f6b-4777-9675-13a53aa0da60" providerId="ADAL" clId="{0557964B-49C6-4711-AFF8-9EAD62E8FDBE}" dt="2026-06-22T21:38:17.756" v="123" actId="26606"/>
          <ac:spMkLst>
            <pc:docMk/>
            <pc:sldMk cId="2975048770" sldId="260"/>
            <ac:spMk id="8" creationId="{A7AE9375-4664-4DB2-922D-2782A6E439AC}"/>
          </ac:spMkLst>
        </pc:spChg>
        <pc:spChg chg="add del">
          <ac:chgData name="Velagandula, Prem Kumar (NonEmp)" userId="88bebf98-6f6b-4777-9675-13a53aa0da60" providerId="ADAL" clId="{0557964B-49C6-4711-AFF8-9EAD62E8FDBE}" dt="2026-06-22T21:38:17.756" v="123" actId="26606"/>
          <ac:spMkLst>
            <pc:docMk/>
            <pc:sldMk cId="2975048770" sldId="260"/>
            <ac:spMk id="12" creationId="{9DD005C1-8C51-42D6-9BEE-B9B83849743D}"/>
          </ac:spMkLst>
        </pc:spChg>
        <pc:spChg chg="add del">
          <ac:chgData name="Velagandula, Prem Kumar (NonEmp)" userId="88bebf98-6f6b-4777-9675-13a53aa0da60" providerId="ADAL" clId="{0557964B-49C6-4711-AFF8-9EAD62E8FDBE}" dt="2026-06-22T21:38:26.906" v="126" actId="26606"/>
          <ac:spMkLst>
            <pc:docMk/>
            <pc:sldMk cId="2975048770" sldId="260"/>
            <ac:spMk id="14" creationId="{A7AE9375-4664-4DB2-922D-2782A6E439AC}"/>
          </ac:spMkLst>
        </pc:spChg>
        <pc:spChg chg="add del">
          <ac:chgData name="Velagandula, Prem Kumar (NonEmp)" userId="88bebf98-6f6b-4777-9675-13a53aa0da60" providerId="ADAL" clId="{0557964B-49C6-4711-AFF8-9EAD62E8FDBE}" dt="2026-06-22T21:38:26.906" v="126" actId="26606"/>
          <ac:spMkLst>
            <pc:docMk/>
            <pc:sldMk cId="2975048770" sldId="260"/>
            <ac:spMk id="15" creationId="{C2C57604-0CFD-4023-B9BD-107166A25317}"/>
          </ac:spMkLst>
        </pc:spChg>
        <pc:spChg chg="add">
          <ac:chgData name="Velagandula, Prem Kumar (NonEmp)" userId="88bebf98-6f6b-4777-9675-13a53aa0da60" providerId="ADAL" clId="{0557964B-49C6-4711-AFF8-9EAD62E8FDBE}" dt="2026-06-22T21:38:26.906" v="126" actId="26606"/>
          <ac:spMkLst>
            <pc:docMk/>
            <pc:sldMk cId="2975048770" sldId="260"/>
            <ac:spMk id="20" creationId="{E8A8EAB8-D2FF-444D-B34B-7D32F106AD0E}"/>
          </ac:spMkLst>
        </pc:spChg>
        <pc:cxnChg chg="add del">
          <ac:chgData name="Velagandula, Prem Kumar (NonEmp)" userId="88bebf98-6f6b-4777-9675-13a53aa0da60" providerId="ADAL" clId="{0557964B-49C6-4711-AFF8-9EAD62E8FDBE}" dt="2026-06-22T21:38:17.756" v="123" actId="26606"/>
          <ac:cxnSpMkLst>
            <pc:docMk/>
            <pc:sldMk cId="2975048770" sldId="260"/>
            <ac:cxnSpMk id="10" creationId="{EE504C98-6397-41C1-A8D8-2D9C4ED307E0}"/>
          </ac:cxnSpMkLst>
        </pc:cxnChg>
        <pc:cxnChg chg="add">
          <ac:chgData name="Velagandula, Prem Kumar (NonEmp)" userId="88bebf98-6f6b-4777-9675-13a53aa0da60" providerId="ADAL" clId="{0557964B-49C6-4711-AFF8-9EAD62E8FDBE}" dt="2026-06-22T21:38:26.906" v="126" actId="26606"/>
          <ac:cxnSpMkLst>
            <pc:docMk/>
            <pc:sldMk cId="2975048770" sldId="260"/>
            <ac:cxnSpMk id="22" creationId="{067633D1-6EE6-4118-B9F0-B363477BEE7A}"/>
          </ac:cxnSpMkLst>
        </pc:cxnChg>
        <pc:cxnChg chg="add">
          <ac:chgData name="Velagandula, Prem Kumar (NonEmp)" userId="88bebf98-6f6b-4777-9675-13a53aa0da60" providerId="ADAL" clId="{0557964B-49C6-4711-AFF8-9EAD62E8FDBE}" dt="2026-06-22T21:38:26.906" v="126" actId="26606"/>
          <ac:cxnSpMkLst>
            <pc:docMk/>
            <pc:sldMk cId="2975048770" sldId="260"/>
            <ac:cxnSpMk id="24" creationId="{4AD7FFC6-42A9-49CB-B5E9-B3F6B038331B}"/>
          </ac:cxnSpMkLst>
        </pc:cxnChg>
      </pc:sldChg>
      <pc:sldChg chg="addSp delSp modSp new mod setBg setClrOvrMap">
        <pc:chgData name="Velagandula, Prem Kumar (NonEmp)" userId="88bebf98-6f6b-4777-9675-13a53aa0da60" providerId="ADAL" clId="{0557964B-49C6-4711-AFF8-9EAD62E8FDBE}" dt="2026-06-22T22:00:18.181" v="169" actId="1076"/>
        <pc:sldMkLst>
          <pc:docMk/>
          <pc:sldMk cId="3311238066" sldId="261"/>
        </pc:sldMkLst>
        <pc:spChg chg="mod">
          <ac:chgData name="Velagandula, Prem Kumar (NonEmp)" userId="88bebf98-6f6b-4777-9675-13a53aa0da60" providerId="ADAL" clId="{0557964B-49C6-4711-AFF8-9EAD62E8FDBE}" dt="2026-06-22T22:00:18.181" v="169" actId="1076"/>
          <ac:spMkLst>
            <pc:docMk/>
            <pc:sldMk cId="3311238066" sldId="261"/>
            <ac:spMk id="2" creationId="{F0CBCD0D-857E-A210-C3CE-3403A81DFD59}"/>
          </ac:spMkLst>
        </pc:spChg>
        <pc:spChg chg="del">
          <ac:chgData name="Velagandula, Prem Kumar (NonEmp)" userId="88bebf98-6f6b-4777-9675-13a53aa0da60" providerId="ADAL" clId="{0557964B-49C6-4711-AFF8-9EAD62E8FDBE}" dt="2026-06-22T21:45:24.608" v="165" actId="22"/>
          <ac:spMkLst>
            <pc:docMk/>
            <pc:sldMk cId="3311238066" sldId="261"/>
            <ac:spMk id="3" creationId="{DE7E040A-F38D-BEF8-B9B0-8617C5C68DA2}"/>
          </ac:spMkLst>
        </pc:spChg>
        <pc:spChg chg="add del mod">
          <ac:chgData name="Velagandula, Prem Kumar (NonEmp)" userId="88bebf98-6f6b-4777-9675-13a53aa0da60" providerId="ADAL" clId="{0557964B-49C6-4711-AFF8-9EAD62E8FDBE}" dt="2026-06-22T21:59:14.491" v="167" actId="22"/>
          <ac:spMkLst>
            <pc:docMk/>
            <pc:sldMk cId="3311238066" sldId="261"/>
            <ac:spMk id="7" creationId="{8068297B-6A2D-E7D3-39CB-5B066718F570}"/>
          </ac:spMkLst>
        </pc:spChg>
        <pc:picChg chg="add del mod ord">
          <ac:chgData name="Velagandula, Prem Kumar (NonEmp)" userId="88bebf98-6f6b-4777-9675-13a53aa0da60" providerId="ADAL" clId="{0557964B-49C6-4711-AFF8-9EAD62E8FDBE}" dt="2026-06-22T21:59:12.918" v="166" actId="478"/>
          <ac:picMkLst>
            <pc:docMk/>
            <pc:sldMk cId="3311238066" sldId="261"/>
            <ac:picMk id="5" creationId="{0C6D9255-6CF8-5749-5356-A107CA216C6D}"/>
          </ac:picMkLst>
        </pc:picChg>
        <pc:picChg chg="add mod ord">
          <ac:chgData name="Velagandula, Prem Kumar (NonEmp)" userId="88bebf98-6f6b-4777-9675-13a53aa0da60" providerId="ADAL" clId="{0557964B-49C6-4711-AFF8-9EAD62E8FDBE}" dt="2026-06-22T21:59:17.793" v="168" actId="26606"/>
          <ac:picMkLst>
            <pc:docMk/>
            <pc:sldMk cId="3311238066" sldId="261"/>
            <ac:picMk id="9" creationId="{62DD62D0-353F-61BE-B9CA-A169EEAE1CC2}"/>
          </ac:picMkLst>
        </pc:picChg>
      </pc:sldChg>
      <pc:sldChg chg="addSp delSp modSp new mod setBg">
        <pc:chgData name="Velagandula, Prem Kumar (NonEmp)" userId="88bebf98-6f6b-4777-9675-13a53aa0da60" providerId="ADAL" clId="{0557964B-49C6-4711-AFF8-9EAD62E8FDBE}" dt="2026-06-22T22:07:32.961" v="220" actId="26606"/>
        <pc:sldMkLst>
          <pc:docMk/>
          <pc:sldMk cId="809476255" sldId="262"/>
        </pc:sldMkLst>
        <pc:spChg chg="mod">
          <ac:chgData name="Velagandula, Prem Kumar (NonEmp)" userId="88bebf98-6f6b-4777-9675-13a53aa0da60" providerId="ADAL" clId="{0557964B-49C6-4711-AFF8-9EAD62E8FDBE}" dt="2026-06-22T22:07:32.961" v="220" actId="26606"/>
          <ac:spMkLst>
            <pc:docMk/>
            <pc:sldMk cId="809476255" sldId="262"/>
            <ac:spMk id="2" creationId="{86553BA6-1B3A-6DD5-9232-6FDBCE108512}"/>
          </ac:spMkLst>
        </pc:spChg>
        <pc:spChg chg="del">
          <ac:chgData name="Velagandula, Prem Kumar (NonEmp)" userId="88bebf98-6f6b-4777-9675-13a53aa0da60" providerId="ADAL" clId="{0557964B-49C6-4711-AFF8-9EAD62E8FDBE}" dt="2026-06-22T22:07:32.961" v="220" actId="26606"/>
          <ac:spMkLst>
            <pc:docMk/>
            <pc:sldMk cId="809476255" sldId="262"/>
            <ac:spMk id="3" creationId="{3514A28D-AEF5-0A59-B422-8D361DDF9461}"/>
          </ac:spMkLst>
        </pc:spChg>
        <pc:spChg chg="add">
          <ac:chgData name="Velagandula, Prem Kumar (NonEmp)" userId="88bebf98-6f6b-4777-9675-13a53aa0da60" providerId="ADAL" clId="{0557964B-49C6-4711-AFF8-9EAD62E8FDBE}" dt="2026-06-22T22:07:32.961" v="220" actId="26606"/>
          <ac:spMkLst>
            <pc:docMk/>
            <pc:sldMk cId="809476255" sldId="262"/>
            <ac:spMk id="8" creationId="{FB5B0058-AF13-4859-B429-4EDDE2A26F7F}"/>
          </ac:spMkLst>
        </pc:spChg>
        <pc:spChg chg="add">
          <ac:chgData name="Velagandula, Prem Kumar (NonEmp)" userId="88bebf98-6f6b-4777-9675-13a53aa0da60" providerId="ADAL" clId="{0557964B-49C6-4711-AFF8-9EAD62E8FDBE}" dt="2026-06-22T22:07:32.961" v="220" actId="26606"/>
          <ac:spMkLst>
            <pc:docMk/>
            <pc:sldMk cId="809476255" sldId="262"/>
            <ac:spMk id="10" creationId="{81BD432D-FAB3-4B5D-BF27-4DA7C75B3238}"/>
          </ac:spMkLst>
        </pc:spChg>
        <pc:cxnChg chg="add">
          <ac:chgData name="Velagandula, Prem Kumar (NonEmp)" userId="88bebf98-6f6b-4777-9675-13a53aa0da60" providerId="ADAL" clId="{0557964B-49C6-4711-AFF8-9EAD62E8FDBE}" dt="2026-06-22T22:07:32.961" v="220" actId="26606"/>
          <ac:cxnSpMkLst>
            <pc:docMk/>
            <pc:sldMk cId="809476255" sldId="262"/>
            <ac:cxnSpMk id="12" creationId="{E6D6B450-4278-45B8-88C7-C061710E3C7E}"/>
          </ac:cxnSpMkLst>
        </pc:cxnChg>
        <pc:cxnChg chg="add">
          <ac:chgData name="Velagandula, Prem Kumar (NonEmp)" userId="88bebf98-6f6b-4777-9675-13a53aa0da60" providerId="ADAL" clId="{0557964B-49C6-4711-AFF8-9EAD62E8FDBE}" dt="2026-06-22T22:07:32.961" v="220" actId="26606"/>
          <ac:cxnSpMkLst>
            <pc:docMk/>
            <pc:sldMk cId="809476255" sldId="262"/>
            <ac:cxnSpMk id="14" creationId="{74234A4C-A256-4139-A5F4-27078F0D6796}"/>
          </ac:cxnSpMkLst>
        </pc:cxnChg>
      </pc:sldChg>
      <pc:sldChg chg="new del ord">
        <pc:chgData name="Velagandula, Prem Kumar (NonEmp)" userId="88bebf98-6f6b-4777-9675-13a53aa0da60" providerId="ADAL" clId="{0557964B-49C6-4711-AFF8-9EAD62E8FDBE}" dt="2026-06-22T22:18:10.067" v="282" actId="47"/>
        <pc:sldMkLst>
          <pc:docMk/>
          <pc:sldMk cId="1850120191" sldId="263"/>
        </pc:sldMkLst>
      </pc:sldChg>
      <pc:sldChg chg="addSp delSp modSp new mod setBg addAnim">
        <pc:chgData name="Velagandula, Prem Kumar (NonEmp)" userId="88bebf98-6f6b-4777-9675-13a53aa0da60" providerId="ADAL" clId="{0557964B-49C6-4711-AFF8-9EAD62E8FDBE}" dt="2026-06-22T22:19:11.431" v="314" actId="26606"/>
        <pc:sldMkLst>
          <pc:docMk/>
          <pc:sldMk cId="1868800434" sldId="264"/>
        </pc:sldMkLst>
        <pc:spChg chg="mod">
          <ac:chgData name="Velagandula, Prem Kumar (NonEmp)" userId="88bebf98-6f6b-4777-9675-13a53aa0da60" providerId="ADAL" clId="{0557964B-49C6-4711-AFF8-9EAD62E8FDBE}" dt="2026-06-22T22:19:11.431" v="314" actId="26606"/>
          <ac:spMkLst>
            <pc:docMk/>
            <pc:sldMk cId="1868800434" sldId="264"/>
            <ac:spMk id="2" creationId="{8624DD60-8F69-4E04-66D2-D88C73D8AF15}"/>
          </ac:spMkLst>
        </pc:spChg>
        <pc:spChg chg="add del">
          <ac:chgData name="Velagandula, Prem Kumar (NonEmp)" userId="88bebf98-6f6b-4777-9675-13a53aa0da60" providerId="ADAL" clId="{0557964B-49C6-4711-AFF8-9EAD62E8FDBE}" dt="2026-06-22T22:19:11.431" v="314" actId="26606"/>
          <ac:spMkLst>
            <pc:docMk/>
            <pc:sldMk cId="1868800434" sldId="264"/>
            <ac:spMk id="7" creationId="{FB5B0058-AF13-4859-B429-4EDDE2A26F7F}"/>
          </ac:spMkLst>
        </pc:spChg>
        <pc:spChg chg="add del">
          <ac:chgData name="Velagandula, Prem Kumar (NonEmp)" userId="88bebf98-6f6b-4777-9675-13a53aa0da60" providerId="ADAL" clId="{0557964B-49C6-4711-AFF8-9EAD62E8FDBE}" dt="2026-06-22T22:19:11.431" v="314" actId="26606"/>
          <ac:spMkLst>
            <pc:docMk/>
            <pc:sldMk cId="1868800434" sldId="264"/>
            <ac:spMk id="9" creationId="{81BD432D-FAB3-4B5D-BF27-4DA7C75B3238}"/>
          </ac:spMkLst>
        </pc:spChg>
        <pc:spChg chg="add">
          <ac:chgData name="Velagandula, Prem Kumar (NonEmp)" userId="88bebf98-6f6b-4777-9675-13a53aa0da60" providerId="ADAL" clId="{0557964B-49C6-4711-AFF8-9EAD62E8FDBE}" dt="2026-06-22T22:19:11.431" v="314" actId="26606"/>
          <ac:spMkLst>
            <pc:docMk/>
            <pc:sldMk cId="1868800434" sldId="264"/>
            <ac:spMk id="18" creationId="{FB5B0058-AF13-4859-B429-4EDDE2A26F7F}"/>
          </ac:spMkLst>
        </pc:spChg>
        <pc:spChg chg="add">
          <ac:chgData name="Velagandula, Prem Kumar (NonEmp)" userId="88bebf98-6f6b-4777-9675-13a53aa0da60" providerId="ADAL" clId="{0557964B-49C6-4711-AFF8-9EAD62E8FDBE}" dt="2026-06-22T22:19:11.431" v="314" actId="26606"/>
          <ac:spMkLst>
            <pc:docMk/>
            <pc:sldMk cId="1868800434" sldId="264"/>
            <ac:spMk id="20" creationId="{81BD432D-FAB3-4B5D-BF27-4DA7C75B3238}"/>
          </ac:spMkLst>
        </pc:spChg>
        <pc:cxnChg chg="add del">
          <ac:chgData name="Velagandula, Prem Kumar (NonEmp)" userId="88bebf98-6f6b-4777-9675-13a53aa0da60" providerId="ADAL" clId="{0557964B-49C6-4711-AFF8-9EAD62E8FDBE}" dt="2026-06-22T22:19:11.431" v="314" actId="26606"/>
          <ac:cxnSpMkLst>
            <pc:docMk/>
            <pc:sldMk cId="1868800434" sldId="264"/>
            <ac:cxnSpMk id="11" creationId="{E6D6B450-4278-45B8-88C7-C061710E3C7E}"/>
          </ac:cxnSpMkLst>
        </pc:cxnChg>
        <pc:cxnChg chg="add del">
          <ac:chgData name="Velagandula, Prem Kumar (NonEmp)" userId="88bebf98-6f6b-4777-9675-13a53aa0da60" providerId="ADAL" clId="{0557964B-49C6-4711-AFF8-9EAD62E8FDBE}" dt="2026-06-22T22:19:11.431" v="314" actId="26606"/>
          <ac:cxnSpMkLst>
            <pc:docMk/>
            <pc:sldMk cId="1868800434" sldId="264"/>
            <ac:cxnSpMk id="13" creationId="{74234A4C-A256-4139-A5F4-27078F0D6796}"/>
          </ac:cxnSpMkLst>
        </pc:cxnChg>
        <pc:cxnChg chg="add">
          <ac:chgData name="Velagandula, Prem Kumar (NonEmp)" userId="88bebf98-6f6b-4777-9675-13a53aa0da60" providerId="ADAL" clId="{0557964B-49C6-4711-AFF8-9EAD62E8FDBE}" dt="2026-06-22T22:19:11.431" v="314" actId="26606"/>
          <ac:cxnSpMkLst>
            <pc:docMk/>
            <pc:sldMk cId="1868800434" sldId="264"/>
            <ac:cxnSpMk id="22" creationId="{E6D6B450-4278-45B8-88C7-C061710E3C7E}"/>
          </ac:cxnSpMkLst>
        </pc:cxnChg>
        <pc:cxnChg chg="add">
          <ac:chgData name="Velagandula, Prem Kumar (NonEmp)" userId="88bebf98-6f6b-4777-9675-13a53aa0da60" providerId="ADAL" clId="{0557964B-49C6-4711-AFF8-9EAD62E8FDBE}" dt="2026-06-22T22:19:11.431" v="314" actId="26606"/>
          <ac:cxnSpMkLst>
            <pc:docMk/>
            <pc:sldMk cId="1868800434" sldId="264"/>
            <ac:cxnSpMk id="24" creationId="{74234A4C-A256-4139-A5F4-27078F0D679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A15AD-2820-47CA-9454-FAB1A872BD23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5B0ED-5347-41DB-A41C-09B11392F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"Good morning everyone."</a:t>
            </a:r>
          </a:p>
          <a:p>
            <a:r>
              <a:rPr lang="en-US" dirty="0"/>
              <a:t>"Today I'd like to walk through the VOICE Infrastructure Monitoring Dashboard that we've been building in Dynatrace."</a:t>
            </a:r>
          </a:p>
          <a:p>
            <a:r>
              <a:rPr lang="en-US"/>
              <a:t>"Before looking at the dashboard itself, I'd like to spend a few minutes explaining what the VOICE platform is, how it supports warehouse picking operations, and why monitoring this infrastructure is important."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2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of working:</a:t>
            </a:r>
          </a:p>
          <a:p>
            <a:r>
              <a:rPr lang="en-US" dirty="0"/>
              <a:t>Customer/stores places an order. </a:t>
            </a:r>
          </a:p>
          <a:p>
            <a:r>
              <a:rPr lang="en-US" dirty="0"/>
              <a:t>Warehouse Management System (WMS) creates picking tasks. </a:t>
            </a:r>
          </a:p>
          <a:p>
            <a:r>
              <a:rPr lang="en-US" dirty="0"/>
              <a:t>VOICE system sends instructions to the picker. </a:t>
            </a:r>
          </a:p>
          <a:p>
            <a:r>
              <a:rPr lang="en-US" dirty="0"/>
              <a:t>Picker wears a Honeywell/</a:t>
            </a:r>
            <a:r>
              <a:rPr lang="en-US" dirty="0" err="1"/>
              <a:t>Vocollect</a:t>
            </a:r>
            <a:r>
              <a:rPr lang="en-US" dirty="0"/>
              <a:t> headset and </a:t>
            </a:r>
            <a:r>
              <a:rPr lang="en-US" dirty="0" err="1"/>
              <a:t>Talkman</a:t>
            </a:r>
            <a:r>
              <a:rPr lang="en-US" dirty="0"/>
              <a:t> device. </a:t>
            </a:r>
          </a:p>
          <a:p>
            <a:r>
              <a:rPr lang="en-US" dirty="0"/>
              <a:t>Device says: </a:t>
            </a:r>
          </a:p>
          <a:p>
            <a:pPr lvl="1"/>
            <a:r>
              <a:rPr lang="en-US" dirty="0"/>
              <a:t>"Go to aisle 12, location 105." </a:t>
            </a:r>
          </a:p>
          <a:p>
            <a:pPr lvl="1"/>
            <a:r>
              <a:rPr lang="en-US" dirty="0"/>
              <a:t>"Pick 4 cases." </a:t>
            </a:r>
          </a:p>
          <a:p>
            <a:r>
              <a:rPr lang="en-US" dirty="0"/>
              <a:t>Picker confirms verbally. </a:t>
            </a:r>
          </a:p>
          <a:p>
            <a:r>
              <a:rPr lang="en-US" dirty="0"/>
              <a:t>Inventory is updated. </a:t>
            </a:r>
          </a:p>
          <a:p>
            <a:r>
              <a:rPr lang="en-US" dirty="0"/>
              <a:t>Order moves to shipping.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5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explains </a:t>
            </a:r>
            <a:r>
              <a:rPr lang="en-US" b="1" dirty="0"/>
              <a:t>Business Impact of VOICE</a:t>
            </a:r>
            <a:endParaRPr lang="en-US" dirty="0"/>
          </a:p>
          <a:p>
            <a:r>
              <a:rPr lang="en-US" dirty="0"/>
              <a:t>VOICE is not just another application. It is part of the warehouse fulfillment process. Any outage or performance issue can directly impact picking and shipping operations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1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diagram shows how a VOICE picking transaction flows through the system."</a:t>
            </a:r>
          </a:p>
          <a:p>
            <a:r>
              <a:rPr lang="en-US" dirty="0"/>
              <a:t>"Warehouse associates use Honeywell </a:t>
            </a:r>
            <a:r>
              <a:rPr lang="en-US" dirty="0" err="1"/>
              <a:t>Talkman</a:t>
            </a:r>
            <a:r>
              <a:rPr lang="en-US" dirty="0"/>
              <a:t> devices and headsets to receive picking instructions and provide voice confirmations."</a:t>
            </a:r>
          </a:p>
          <a:p>
            <a:r>
              <a:rPr lang="en-US" dirty="0"/>
              <a:t>"These devices communicate over the warehouse wireless network with the </a:t>
            </a:r>
            <a:r>
              <a:rPr lang="en-US" dirty="0" err="1"/>
              <a:t>VoiceConsole</a:t>
            </a:r>
            <a:r>
              <a:rPr lang="en-US" dirty="0"/>
              <a:t> servers."</a:t>
            </a:r>
          </a:p>
          <a:p>
            <a:r>
              <a:rPr lang="en-US" dirty="0"/>
              <a:t>"</a:t>
            </a:r>
            <a:r>
              <a:rPr lang="en-US" dirty="0" err="1"/>
              <a:t>VoiceConsole</a:t>
            </a:r>
            <a:r>
              <a:rPr lang="en-US" dirty="0"/>
              <a:t> manages devices, operators, configurations, and voice application services."</a:t>
            </a:r>
          </a:p>
          <a:p>
            <a:r>
              <a:rPr lang="en-US" dirty="0"/>
              <a:t>"The </a:t>
            </a:r>
            <a:r>
              <a:rPr lang="en-US" dirty="0" err="1"/>
              <a:t>VoiceConsole</a:t>
            </a:r>
            <a:r>
              <a:rPr lang="en-US" dirty="0"/>
              <a:t> platform then interacts with the Warehouse Management System, which generates picking work, tracks inventory, and processes warehouse transactions."</a:t>
            </a:r>
          </a:p>
          <a:p>
            <a:r>
              <a:rPr lang="en-US" dirty="0"/>
              <a:t>"All operational data is ultimately stored in backend databases."</a:t>
            </a:r>
          </a:p>
          <a:p>
            <a:r>
              <a:rPr lang="en-US" dirty="0"/>
              <a:t>"Since warehouse operations depend on these </a:t>
            </a:r>
            <a:r>
              <a:rPr lang="en-US" dirty="0" err="1"/>
              <a:t>VoiceConsole</a:t>
            </a:r>
            <a:r>
              <a:rPr lang="en-US" dirty="0"/>
              <a:t> servers, monitoring their availability, performance, capacity, and connectivity is critical to ensuring uninterrupted picking operations."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26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 that understanding of the VOICE infrastructure, let's look at the Dynatrace dashboard that provides visibility into the health and performance of these servers.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Also VOICE is not limited to a single warehouse location. The </a:t>
            </a:r>
            <a:r>
              <a:rPr lang="en-US" dirty="0" err="1"/>
              <a:t>VoiceConsole</a:t>
            </a:r>
            <a:r>
              <a:rPr lang="en-US" dirty="0"/>
              <a:t> infrastructure is deployed across approximately 42 distribution center sites, supporting warehouse picking operations throughout the network including the WH sites and DR Servers</a:t>
            </a:r>
          </a:p>
          <a:p>
            <a:r>
              <a:rPr lang="en-US" dirty="0"/>
              <a:t>Each site has its own VOICE server infrastructure that enables local warehouse operations.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5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B0ED-5347-41DB-A41C-09B11392F4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62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E4EC-06D7-8871-223D-07D37309A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43D36-6B8B-825D-AF7B-AAD1C1591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97B07-3676-F451-4E8E-6D3422B69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A2708-818C-96CA-F80F-A592E647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C807F-2A5F-42AA-6BEA-10E3558A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67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21D3-2511-D287-3702-68E16972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F50B-7DF9-0BE2-20E5-F350570C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6CBAA-092A-C070-5F85-55173F69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E6D11-31C8-3804-BDAE-39C9CA2D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BBD8-3639-BB2B-632A-1ED95686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4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A7BB-5855-FFDC-0910-4F299A89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1CCB0-FCE0-8A09-60F0-29A73DBEE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55926-F4CB-BAD3-8EFD-1386E48E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3014-7381-FDFF-0583-620338C9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E1417-5C6E-B707-FA0A-7CF7CBF9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5346-D2BA-49A2-75BA-11534F19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7A0D-D9C4-B979-A615-5133C1DBB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7412A-DF75-BA52-C3DC-85D69F885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B8EEA-CE25-4A79-DF23-727F4DD1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4D75-9407-A276-8804-ECEBE041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97A13-884E-33A3-BCDE-CD0C9280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5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3DCA-02F9-E66C-F2C1-31926F5B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5F664-060D-60CD-D0CA-01C09494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B3DA5-A187-F2D9-0289-C6BF687F4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FC512-6FEE-F066-9968-6EC920D2A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68D7B-3E4B-A38F-4910-575FB8810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86A4E-9C68-6DBE-D811-3AE34B79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A6ADB-E769-A6F6-BEE5-C3C8528A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00906-C75C-861E-FC67-2DA702E4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64B5-8DB7-22B4-BDC7-40CB208F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31A37-D22F-3BBC-0552-B1F5D91D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4A676-E9C3-ABF6-EC0A-F5418E35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74735-AE65-629B-6378-D716213E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1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E5776-5E98-05EA-4A04-7D3A2829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E3211-4B9E-82E5-297C-5A2EB9E6B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A5BE3-01AD-CA61-276F-A32F868E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6792-7AB1-A8E0-7ED8-2D31B1C6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A1CF-F266-AF87-32EC-4BF0149AD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82442-F62D-B910-8AE0-8F5774355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821FE-5C8B-910C-7C9A-00DE2152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386A3-E0BE-AE1F-C597-FD41A28C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4221D-DAB1-E3FB-864A-30C17E95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38CF-5BFE-0884-C0D7-A885F275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898DB-3BB3-A7F3-DF92-A253E4137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3485D-C9E8-A680-8676-A6E42BE58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2D695-B6F1-59DF-5643-FD428D3F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352C0-D8C7-AAE5-EAD1-47DC8C9B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59AB9-38FE-99E7-3732-1D14D68E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6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5514-558A-AD0C-DE2D-BCFBFC23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3CF9D-F32B-C5AD-9685-378671E90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A1172-5362-445E-F4A1-DD60A784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10E5-C90A-E98D-5BA4-8BFE239B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E44B-257E-DF1C-C25A-5C6120E4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8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42305-DB84-7562-56C2-185033C20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9EE9D-4186-A5F0-B817-87BDB5F87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23479-7BE6-BEBC-EA14-D68432C5B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2E94-BD18-8157-EF21-76951DA6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47D46-4E9D-C388-5A2C-CF9F7A65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7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26767-0138-AFF2-0586-E990D080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57238-6C79-92AA-5536-ABCC81C0E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F480E-4509-C917-BC2A-B30EB3AFE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2E6F2-C002-48ED-A8CC-6C431B58DC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4097C-C2CA-38BC-DEBD-7EB9DC784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CF4B-FDB5-D46A-CE62-6D47CD42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B5782-7025-40F9-9A1E-9B0ADA3BD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7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AB41B-F9C4-0741-C0BC-D6DD84E5C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5"/>
            <a:ext cx="8147713" cy="4312303"/>
          </a:xfrm>
        </p:spPr>
        <p:txBody>
          <a:bodyPr anchor="ctr">
            <a:normAutofit/>
          </a:bodyPr>
          <a:lstStyle/>
          <a:p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VOICE PICKING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Voice-Directed Warehousing (VDW)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05392-303A-925A-A342-71DDA0B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605" y="595130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Demo by Velagandula, Prem Kumar</a:t>
            </a:r>
          </a:p>
        </p:txBody>
      </p:sp>
    </p:spTree>
    <p:extLst>
      <p:ext uri="{BB962C8B-B14F-4D97-AF65-F5344CB8AC3E}">
        <p14:creationId xmlns:p14="http://schemas.microsoft.com/office/powerpoint/2010/main" val="406503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F82F7-0702-99C2-2343-ACEC0B8FD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What’s Voice Picking?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38E29-1022-F607-A40F-39D5EE34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2" y="555669"/>
            <a:ext cx="11139778" cy="32583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98BE-638F-5C08-D9E2-D4FF67DF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sz="2000" dirty="0"/>
              <a:t>VOICE is a warehouse order fulfillment system that helps warehouse associates pick products using voice instructions instead of paper pick lists or handheld devices.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98E45-BC2B-56C0-F736-E204E9DF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Why is VOICE Critical?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C3F0-3382-2056-8047-AF95CE6A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032" y="699252"/>
            <a:ext cx="5414106" cy="57983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VOICE supports daily warehouse operations by:</a:t>
            </a:r>
          </a:p>
          <a:p>
            <a:r>
              <a:rPr lang="en-US" sz="2000" dirty="0">
                <a:solidFill>
                  <a:schemeClr val="bg1"/>
                </a:solidFill>
              </a:rPr>
              <a:t>Directing warehouse pickers 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Processing order fulfillment </a:t>
            </a:r>
          </a:p>
          <a:p>
            <a:r>
              <a:rPr lang="en-US" sz="2000" dirty="0">
                <a:solidFill>
                  <a:schemeClr val="bg1"/>
                </a:solidFill>
              </a:rPr>
              <a:t>Updating inventory transactions </a:t>
            </a:r>
          </a:p>
          <a:p>
            <a:r>
              <a:rPr lang="en-US" sz="2000" dirty="0">
                <a:solidFill>
                  <a:schemeClr val="bg1"/>
                </a:solidFill>
              </a:rPr>
              <a:t>Supporting shipment preparation 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If VOICE becomes unavailable:</a:t>
            </a:r>
          </a:p>
          <a:p>
            <a:r>
              <a:rPr lang="en-US" sz="2000" dirty="0">
                <a:solidFill>
                  <a:schemeClr val="bg1"/>
                </a:solidFill>
              </a:rPr>
              <a:t>Picking operations slow down </a:t>
            </a:r>
          </a:p>
          <a:p>
            <a:r>
              <a:rPr lang="en-US" sz="2000" dirty="0">
                <a:solidFill>
                  <a:schemeClr val="bg1"/>
                </a:solidFill>
              </a:rPr>
              <a:t>Order processing is delayed </a:t>
            </a:r>
          </a:p>
          <a:p>
            <a:r>
              <a:rPr lang="en-US" sz="2000" dirty="0">
                <a:solidFill>
                  <a:schemeClr val="bg1"/>
                </a:solidFill>
              </a:rPr>
              <a:t>Shipping schedules are impacted </a:t>
            </a:r>
          </a:p>
          <a:p>
            <a:r>
              <a:rPr lang="en-US" sz="2000" dirty="0">
                <a:solidFill>
                  <a:schemeClr val="bg1"/>
                </a:solidFill>
              </a:rPr>
              <a:t>Warehouse productivity decreases 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04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CD0D-857E-A210-C3CE-3403A81D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92040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How VOICE impacts business?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DD62D0-353F-61BE-B9CA-A169EEAE1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" b="7655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1123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AC735-8120-922A-B36A-4525FA05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Why Implementing a monitoring?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302B-8F30-DD9E-F0F1-532896B6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656216"/>
            <a:ext cx="5432612" cy="52174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If VOICE goes down:</a:t>
            </a:r>
          </a:p>
          <a:p>
            <a:r>
              <a:rPr lang="en-US" sz="1600" dirty="0">
                <a:solidFill>
                  <a:schemeClr val="bg1"/>
                </a:solidFill>
              </a:rPr>
              <a:t>Pickers cannot receive instructions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Orders cannot be picked efficiently </a:t>
            </a:r>
          </a:p>
          <a:p>
            <a:r>
              <a:rPr lang="en-US" sz="1600" dirty="0">
                <a:solidFill>
                  <a:schemeClr val="bg1"/>
                </a:solidFill>
              </a:rPr>
              <a:t>Warehouse productivity drops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Shipping delays occur </a:t>
            </a:r>
          </a:p>
          <a:p>
            <a:r>
              <a:rPr lang="en-US" sz="1600" dirty="0">
                <a:solidFill>
                  <a:schemeClr val="bg1"/>
                </a:solidFill>
              </a:rPr>
              <a:t>Customer orders are impacted 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That is why we monitor:</a:t>
            </a:r>
          </a:p>
          <a:p>
            <a:r>
              <a:rPr lang="en-US" sz="1600" dirty="0">
                <a:solidFill>
                  <a:schemeClr val="bg1"/>
                </a:solidFill>
              </a:rPr>
              <a:t>Server availability </a:t>
            </a:r>
          </a:p>
          <a:p>
            <a:r>
              <a:rPr lang="en-US" sz="1600" dirty="0">
                <a:solidFill>
                  <a:schemeClr val="bg1"/>
                </a:solidFill>
              </a:rPr>
              <a:t>CPU and memory </a:t>
            </a:r>
          </a:p>
          <a:p>
            <a:r>
              <a:rPr lang="en-US" sz="1600" dirty="0">
                <a:solidFill>
                  <a:schemeClr val="bg1"/>
                </a:solidFill>
              </a:rPr>
              <a:t>Disk utilization </a:t>
            </a:r>
          </a:p>
          <a:p>
            <a:r>
              <a:rPr lang="en-US" sz="1600" dirty="0">
                <a:solidFill>
                  <a:schemeClr val="bg1"/>
                </a:solidFill>
              </a:rPr>
              <a:t>Network traffic </a:t>
            </a:r>
          </a:p>
          <a:p>
            <a:r>
              <a:rPr lang="en-US" sz="1600" dirty="0">
                <a:solidFill>
                  <a:schemeClr val="bg1"/>
                </a:solidFill>
              </a:rPr>
              <a:t>Services and processes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Application health </a:t>
            </a:r>
          </a:p>
        </p:txBody>
      </p:sp>
    </p:spTree>
    <p:extLst>
      <p:ext uri="{BB962C8B-B14F-4D97-AF65-F5344CB8AC3E}">
        <p14:creationId xmlns:p14="http://schemas.microsoft.com/office/powerpoint/2010/main" val="274115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53BA6-1B3A-6DD5-9232-6FDBCE10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Let’s Look into the Dynatrace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7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4DD60-8F69-4E04-66D2-D88C73D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8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80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f47cd8-41fa-4235-8c80-86b50baa48d7}" enabled="1" method="Standard" siteId="{8331e14a-9134-4288-bf5a-5e2c8412f07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523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VOICE PICKING Voice-Directed Warehousing (VDW)</vt:lpstr>
      <vt:lpstr>What’s Voice Picking?</vt:lpstr>
      <vt:lpstr>Why is VOICE Critical?</vt:lpstr>
      <vt:lpstr>How VOICE impacts business?</vt:lpstr>
      <vt:lpstr>Why Implementing a monitoring?</vt:lpstr>
      <vt:lpstr>Let’s Look into the Dynatrace Dashboard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Velagandula, Prem Kumar (NonEmp)</dc:creator>
  <cp:lastModifiedBy>Velagandula, Prem Kumar (NonEmp)</cp:lastModifiedBy>
  <cp:revision>1</cp:revision>
  <dcterms:created xsi:type="dcterms:W3CDTF">2026-06-22T20:28:44Z</dcterms:created>
  <dcterms:modified xsi:type="dcterms:W3CDTF">2026-06-23T03:23:45Z</dcterms:modified>
</cp:coreProperties>
</file>